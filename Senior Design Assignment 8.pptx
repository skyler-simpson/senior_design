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67" r:id="rId2"/>
    <p:sldId id="257" r:id="rId3"/>
    <p:sldId id="262" r:id="rId4"/>
    <p:sldId id="258" r:id="rId5"/>
    <p:sldId id="259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56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67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6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2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20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34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44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93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43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6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6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13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2623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88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06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60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82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10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435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2EB94-F27D-4054-0169-293FC6456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BD70B-A808-B89F-F0EC-23AE58101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01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699F-6FB8-FEEB-8817-DD28E58C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EC8A1-FE2B-BC78-5457-C54C79BB5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/>
              <a:t>Soham Vakani: vakanisa@mail.uc.edu | (513) 501 - 1165</a:t>
            </a:r>
          </a:p>
          <a:p>
            <a:pPr>
              <a:buFont typeface="Wingdings" charset="2"/>
              <a:buChar char="Ø"/>
            </a:pPr>
            <a:r>
              <a:rPr lang="en-US"/>
              <a:t>Thomas Turner: turnetg@mail.uc.edu | (513) 432-8498</a:t>
            </a:r>
          </a:p>
          <a:p>
            <a:pPr>
              <a:buFont typeface="Wingdings" charset="2"/>
              <a:buChar char="Ø"/>
            </a:pPr>
            <a:r>
              <a:rPr lang="en-US"/>
              <a:t>Skyler Simpson: simpsosk@mail.uc.edu | (614) 940-4119</a:t>
            </a:r>
          </a:p>
          <a:p>
            <a:pPr>
              <a:buFont typeface="Wingdings" charset="2"/>
              <a:buChar char="Ø"/>
            </a:pPr>
            <a:r>
              <a:rPr lang="en-US"/>
              <a:t>Ary Sharma: sharm3a8@mail.uc.edu | (614) 767-9771</a:t>
            </a:r>
          </a:p>
          <a:p>
            <a:pPr marL="0" indent="0">
              <a:buClr>
                <a:srgbClr val="8AD0D6"/>
              </a:buClr>
              <a:buNone/>
            </a:pPr>
            <a:br>
              <a:rPr lang="en-US"/>
            </a:br>
            <a:r>
              <a:rPr lang="en-US"/>
              <a:t>Advisor:</a:t>
            </a:r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US"/>
              <a:t>Medhi Norouzi (Mentor): norouzmi@ucmail.uc.edu</a:t>
            </a:r>
          </a:p>
        </p:txBody>
      </p:sp>
    </p:spTree>
    <p:extLst>
      <p:ext uri="{BB962C8B-B14F-4D97-AF65-F5344CB8AC3E}">
        <p14:creationId xmlns:p14="http://schemas.microsoft.com/office/powerpoint/2010/main" val="374227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294E-815C-04C7-97E0-49C325070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Purpose &amp;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37DC-FCD4-B107-B2FF-E814C9134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US">
                <a:ea typeface="+mj-lt"/>
                <a:cs typeface="+mj-lt"/>
              </a:rPr>
              <a:t>Create an AI-powered minigame where users describe a character in natural language, and AI models generate both the character’s attributes and sprite for an interactive minigame.</a:t>
            </a:r>
            <a:endParaRPr lang="en-US"/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US"/>
              <a:t>Apply machine learning concepts like NLP and generative modeling in a fun, interactive way while building a full end-to-end system from text input to playable game using the Godot game engine. </a:t>
            </a:r>
          </a:p>
          <a:p>
            <a:pPr>
              <a:buClr>
                <a:srgbClr val="8AD0D6"/>
              </a:buClr>
              <a:buFont typeface="Wingdings" charset="2"/>
              <a:buChar char="Ø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77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E554F-54F6-C5F7-92E7-6A9EE38FC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D7EE-CDAC-F8DF-8701-0B9766DC6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776133"/>
            <a:ext cx="8946541" cy="462914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 dirty="0"/>
              <a:t>Our project is an AI-powered sprite generation system, combining machine learning with interactive gameplay</a:t>
            </a:r>
          </a:p>
          <a:p>
            <a:pPr>
              <a:buFont typeface="Wingdings" charset="2"/>
              <a:buChar char="Ø"/>
            </a:pPr>
            <a:r>
              <a:rPr lang="en-US" dirty="0"/>
              <a:t>Users will type in a short description (e.g., “a fast ninja with fire powers”), and our system will use </a:t>
            </a:r>
            <a:r>
              <a:rPr lang="en-US" b="1" dirty="0"/>
              <a:t>natural language processing </a:t>
            </a:r>
            <a:r>
              <a:rPr lang="en-US" dirty="0"/>
              <a:t>to translate the description into attributes for sprite generation and game development</a:t>
            </a:r>
          </a:p>
          <a:p>
            <a:pPr>
              <a:buFont typeface="Wingdings" charset="2"/>
              <a:buChar char="Ø"/>
            </a:pPr>
            <a:r>
              <a:rPr lang="en-US" dirty="0"/>
              <a:t>A corresponding 2D sprite will then be generated and it will be playable in a simple mini-game</a:t>
            </a:r>
          </a:p>
          <a:p>
            <a:pPr>
              <a:buFont typeface="Wingdings" charset="2"/>
              <a:buChar char="Ø"/>
            </a:pPr>
            <a:r>
              <a:rPr lang="en-US" dirty="0"/>
              <a:t>We plan to incorporate machine learning at multiple stages, including </a:t>
            </a:r>
            <a:r>
              <a:rPr lang="en-US" b="1" dirty="0"/>
              <a:t>text-to-attribute mapping</a:t>
            </a:r>
            <a:r>
              <a:rPr lang="en-US" dirty="0"/>
              <a:t>, sprite or ability generation</a:t>
            </a:r>
          </a:p>
        </p:txBody>
      </p:sp>
    </p:spTree>
    <p:extLst>
      <p:ext uri="{BB962C8B-B14F-4D97-AF65-F5344CB8AC3E}">
        <p14:creationId xmlns:p14="http://schemas.microsoft.com/office/powerpoint/2010/main" val="286055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EE84-0175-16AF-AF26-689E5E774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EAEB9-6D49-2172-BB71-E860953B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 Stories &amp; Diagrams</a:t>
            </a:r>
          </a:p>
        </p:txBody>
      </p:sp>
      <p:pic>
        <p:nvPicPr>
          <p:cNvPr id="4" name="Content Placeholder 3" descr="image-2.png">
            <a:extLst>
              <a:ext uri="{FF2B5EF4-FFF2-40B4-BE49-F238E27FC236}">
                <a16:creationId xmlns:a16="http://schemas.microsoft.com/office/drawing/2014/main" id="{0D48BA5A-8068-43A8-3B2E-D51C1D7E2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2717" y="1705453"/>
            <a:ext cx="7674062" cy="36860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1B972E-EC9F-54DC-525D-D792569E8587}"/>
              </a:ext>
            </a:extLst>
          </p:cNvPr>
          <p:cNvSpPr txBox="1"/>
          <p:nvPr/>
        </p:nvSpPr>
        <p:spPr>
          <a:xfrm>
            <a:off x="152699" y="1526092"/>
            <a:ext cx="4023359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User Stories: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As an end user, I want to be able to input the description of a simple video game character into a text field.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As an end user, I want the software to be able to generate a character that fits the description that I entered including physical appearance and stats.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As an end user, I want to able to interact with the video game that was generated with the character that was generated based on my description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96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4C2F1-365D-5773-31CE-F27A8E06D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748E-5064-ED03-FEDB-337BDB66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115F9-9BC3-8672-2E4B-5D1765FF8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The three topical areas that we researched were economic, professional, and legal constraints:</a:t>
            </a:r>
          </a:p>
          <a:p>
            <a:pPr>
              <a:buFont typeface="Wingdings" charset="2"/>
              <a:buChar char="Ø"/>
            </a:pPr>
            <a:r>
              <a:rPr lang="en-US"/>
              <a:t>Economic constraints:</a:t>
            </a:r>
          </a:p>
          <a:p>
            <a:pPr lvl="1">
              <a:buFont typeface="Wingdings" charset="2"/>
              <a:buChar char="Ø"/>
            </a:pPr>
            <a:r>
              <a:rPr lang="en-US"/>
              <a:t>API Usage billing (e.g., $0.0079 for each 64x64 image, $0.0132 per image for each 400x400)</a:t>
            </a:r>
          </a:p>
          <a:p>
            <a:pPr lvl="1">
              <a:buFont typeface="Wingdings" charset="2"/>
              <a:buChar char="Ø"/>
            </a:pPr>
            <a:r>
              <a:rPr lang="en-US"/>
              <a:t>Other costs may emerge as we continue development on the project</a:t>
            </a:r>
          </a:p>
          <a:p>
            <a:pPr>
              <a:buFont typeface="Wingdings" charset="2"/>
              <a:buChar char="Ø"/>
            </a:pPr>
            <a:r>
              <a:rPr lang="en-US"/>
              <a:t>Professional constraints:</a:t>
            </a:r>
          </a:p>
          <a:p>
            <a:pPr lvl="1">
              <a:buFont typeface="Wingdings" charset="2"/>
              <a:buChar char="Ø"/>
            </a:pPr>
            <a:r>
              <a:rPr lang="en-US"/>
              <a:t>Limited experience working with AI models </a:t>
            </a:r>
          </a:p>
          <a:p>
            <a:pPr>
              <a:buFont typeface="Wingdings" charset="2"/>
              <a:buChar char="Ø"/>
            </a:pPr>
            <a:r>
              <a:rPr lang="en-US"/>
              <a:t>Legal constraints:</a:t>
            </a:r>
          </a:p>
          <a:p>
            <a:pPr lvl="1">
              <a:buFont typeface="Wingdings" charset="2"/>
              <a:buChar char="Ø"/>
            </a:pPr>
            <a:r>
              <a:rPr lang="en-US"/>
              <a:t>Our project must comply with copyright and data usage laws</a:t>
            </a:r>
          </a:p>
          <a:p>
            <a:pPr lvl="1">
              <a:buFont typeface="Wingdings" charset="2"/>
              <a:buChar char="Ø"/>
            </a:pPr>
            <a:r>
              <a:rPr lang="en-US"/>
              <a:t>The sprites and character models generated through our pipeline must not infringe on any third-party intellectual property</a:t>
            </a:r>
          </a:p>
        </p:txBody>
      </p:sp>
    </p:spTree>
    <p:extLst>
      <p:ext uri="{BB962C8B-B14F-4D97-AF65-F5344CB8AC3E}">
        <p14:creationId xmlns:p14="http://schemas.microsoft.com/office/powerpoint/2010/main" val="30409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0234-4CA8-BCCD-CB9E-36932448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9C55-F8AB-C09A-827B-68A8B107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</a:t>
            </a:r>
          </a:p>
        </p:txBody>
      </p:sp>
      <p:pic>
        <p:nvPicPr>
          <p:cNvPr id="5" name="Content Placeholder 4" descr="A video game screen with a black cat and a black hat&#10;&#10;AI-generated content may be incorrect.">
            <a:extLst>
              <a:ext uri="{FF2B5EF4-FFF2-40B4-BE49-F238E27FC236}">
                <a16:creationId xmlns:a16="http://schemas.microsoft.com/office/drawing/2014/main" id="{32177412-2CFB-5108-F3A6-806E1C3B4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3711" y="3810318"/>
            <a:ext cx="4795520" cy="26714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3552B1-C20B-D0AF-CE04-95509337651B}"/>
              </a:ext>
            </a:extLst>
          </p:cNvPr>
          <p:cNvSpPr txBox="1"/>
          <p:nvPr/>
        </p:nvSpPr>
        <p:spPr>
          <a:xfrm>
            <a:off x="470646" y="1523999"/>
            <a:ext cx="6409764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/>
              <a:t>NLP Model:</a:t>
            </a:r>
            <a:r>
              <a:rPr lang="en-US" sz="2000"/>
              <a:t> Worked on converting user input into JSON attributes with character attributes and color template for </a:t>
            </a:r>
            <a:r>
              <a:rPr lang="en-US" sz="2000" err="1"/>
              <a:t>PixelLab</a:t>
            </a:r>
            <a:r>
              <a:rPr lang="en-US" sz="2000"/>
              <a:t> API Call. </a:t>
            </a:r>
          </a:p>
          <a:p>
            <a:pPr marL="285750" indent="-285750">
              <a:buFont typeface="Arial"/>
              <a:buChar char="•"/>
            </a:pPr>
            <a:r>
              <a:rPr lang="en-US" sz="2000"/>
              <a:t>Working on </a:t>
            </a:r>
            <a:r>
              <a:rPr lang="en-US" sz="2000" b="1"/>
              <a:t>standardizing output </a:t>
            </a:r>
            <a:r>
              <a:rPr lang="en-US" sz="2000"/>
              <a:t>for consistent API calls and sprite generation </a:t>
            </a:r>
          </a:p>
          <a:p>
            <a:pPr marL="285750" indent="-285750">
              <a:buFont typeface="Arial"/>
              <a:buChar char="•"/>
            </a:pPr>
            <a:r>
              <a:rPr lang="en-US" sz="2000" b="1" err="1"/>
              <a:t>PixelLab</a:t>
            </a:r>
            <a:r>
              <a:rPr lang="en-US" sz="2000" b="1"/>
              <a:t> API Calls</a:t>
            </a:r>
            <a:r>
              <a:rPr lang="en-US" sz="2000"/>
              <a:t>: Tested </a:t>
            </a:r>
            <a:r>
              <a:rPr lang="en-US" sz="2000" err="1"/>
              <a:t>PixelLab</a:t>
            </a:r>
            <a:r>
              <a:rPr lang="en-US" sz="2000"/>
              <a:t> API with example sprite descriptions and received high quality sprite generation inspiring confidence in our selection of the model. </a:t>
            </a:r>
          </a:p>
          <a:p>
            <a:pPr marL="285750" indent="-285750">
              <a:buFont typeface="Arial"/>
              <a:buChar char="•"/>
            </a:pPr>
            <a:r>
              <a:rPr lang="en-US" sz="2000" b="1"/>
              <a:t>Game Development:</a:t>
            </a:r>
            <a:r>
              <a:rPr lang="en-US" sz="2000"/>
              <a:t> Started initial prototyping of side scroller game in Godot with sample character and sword animation. </a:t>
            </a:r>
          </a:p>
          <a:p>
            <a:pPr marL="285750" indent="-285750">
              <a:buFont typeface="Arial"/>
              <a:buChar char="•"/>
            </a:pP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4DEF96-5C77-2D47-4B35-512FC49C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386" y="666432"/>
            <a:ext cx="29337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581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E351C-FA06-0AC6-EB83-D9A882FED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669A-BB57-1342-5CA6-40CB24FAA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Accomplishments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C5D6D-63D5-82AE-5DE6-7F86E3B6C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By the end of the semester and starting the Spring semester the expected accomplishments are:</a:t>
            </a:r>
            <a:endParaRPr lang="en-US">
              <a:ea typeface="+mj-lt"/>
              <a:cs typeface="+mj-lt"/>
            </a:endParaRPr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US">
                <a:ea typeface="+mj-lt"/>
                <a:cs typeface="+mj-lt"/>
              </a:rPr>
              <a:t>Build and test baseline NLP model pipeline (description -&gt; attributes/abilities/physical characteristic): create and run a full pipeline all the way from user input to sprite generation to game generation. Test with various inputs and fix bugs</a:t>
            </a:r>
            <a:endParaRPr lang="en-US"/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US">
                <a:ea typeface="+mj-lt"/>
                <a:cs typeface="+mj-lt"/>
              </a:rPr>
              <a:t>Utilize the physical characteristics from the NLP model to generate a sprite: Use an API or the fine-tuned model to generate the sprite per the output of the NLP model</a:t>
            </a:r>
            <a:endParaRPr lang="en-US"/>
          </a:p>
          <a:p>
            <a:pPr>
              <a:buClr>
                <a:srgbClr val="8AD0D6"/>
              </a:buClr>
              <a:buFont typeface="Wingdings" charset="2"/>
              <a:buChar char="Ø"/>
            </a:pPr>
            <a:endParaRPr lang="en-US"/>
          </a:p>
          <a:p>
            <a:pPr>
              <a:buClr>
                <a:srgbClr val="8AD0D6"/>
              </a:buClr>
              <a:buFont typeface="Wingdings" charset="2"/>
              <a:buChar char="Ø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98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E9728-D4B8-01FB-F9B7-1A4849B22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E8A74-32BD-8B33-271C-3E474C11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Division of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7CE92-909D-D26D-E233-3BB96BD96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/>
              <a:t>NLP Model (Soham)</a:t>
            </a:r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US"/>
              <a:t>Sprite Generation (Ary)</a:t>
            </a:r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US"/>
              <a:t>Game Logic and Development (Skyler &amp; Thomas)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474F8-4DE2-287C-0082-3493510A2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37" y="3727980"/>
            <a:ext cx="102965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49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BCF1-A8B0-6F93-98BD-AC74A8EFA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4F8A1-305B-F7E8-EEC6-1BBA4951E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Expected Demo at Expo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955B5-F04F-79EA-826C-97C314A48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charset="2"/>
              <a:buChar char="Ø"/>
            </a:pPr>
            <a:r>
              <a:rPr lang="en-US"/>
              <a:t>At the CEAS Expo, we expect to demonstrate our project’s image generation capabilities and allow users to play with the characters they described in a simple 2D platform game</a:t>
            </a:r>
          </a:p>
          <a:p>
            <a:pPr>
              <a:buClr>
                <a:srgbClr val="8AD0D6"/>
              </a:buClr>
              <a:buFont typeface="Wingdings" charset="2"/>
              <a:buChar char="Ø"/>
            </a:pPr>
            <a:r>
              <a:rPr lang="en-US"/>
              <a:t>Users will be able to type in their text prompt and see their minigame generated in a couple of minutes and be able to play it for a short demo and attack a villain. </a:t>
            </a:r>
          </a:p>
        </p:txBody>
      </p:sp>
    </p:spTree>
    <p:extLst>
      <p:ext uri="{BB962C8B-B14F-4D97-AF65-F5344CB8AC3E}">
        <p14:creationId xmlns:p14="http://schemas.microsoft.com/office/powerpoint/2010/main" val="31941790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680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Ion</vt:lpstr>
      <vt:lpstr>VATS</vt:lpstr>
      <vt:lpstr>Contact Information</vt:lpstr>
      <vt:lpstr>Purpose &amp; Goals</vt:lpstr>
      <vt:lpstr>Project Abstract</vt:lpstr>
      <vt:lpstr>User Stories &amp; Diagrams</vt:lpstr>
      <vt:lpstr>Constraints</vt:lpstr>
      <vt:lpstr>Progress</vt:lpstr>
      <vt:lpstr>Expected Accomplishments</vt:lpstr>
      <vt:lpstr>Division of Work</vt:lpstr>
      <vt:lpstr>Expected Demo at Expo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Sharma, Ary (sharm3a8)</cp:lastModifiedBy>
  <cp:revision>4</cp:revision>
  <dcterms:created xsi:type="dcterms:W3CDTF">2025-10-27T19:38:51Z</dcterms:created>
  <dcterms:modified xsi:type="dcterms:W3CDTF">2025-11-24T19:12:02Z</dcterms:modified>
</cp:coreProperties>
</file>